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3" r:id="rId2"/>
    <p:sldId id="294" r:id="rId3"/>
    <p:sldId id="295" r:id="rId4"/>
    <p:sldId id="296" r:id="rId5"/>
    <p:sldId id="297" r:id="rId6"/>
    <p:sldId id="298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4T09:00:06.97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24575,'5'1'0,"-1"1"0,0-1 0,1 1 0,-1 0 0,0 0 0,0 1 0,0-1 0,0 1 0,0 0 0,-1-1 0,1 2 0,2 2 0,0 0 0,47 46 0,-2 2 0,59 82 0,-53-63 0,-8-11 0,236 307 0,15 31 0,-93-137 0,-170-210 0,-1 1 0,41 87 0,38 59 0,-51-112 0,-29-44 0,46 81 0,-64-97 0,41 51 0,-8-13 0,82 135 0,-114-176 0,34 39 0,-20-27 0,5 0 0,-29-30 0,1 1 0,-2 0 0,1 0 0,-1 0 0,9 15 0,48 93 0,-57-102-1365</inkml:trace>
</inkml:ink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5" Type="http://schemas.microsoft.com/office/2007/relationships/hdphoto" Target="../media/hdphoto3.wdp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4.wdp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5.wdp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5.wdp"/><Relationship Id="rId4" Type="http://schemas.openxmlformats.org/officeDocument/2006/relationships/image" Target="../media/image9.png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6.wdp"/><Relationship Id="rId4" Type="http://schemas.openxmlformats.org/officeDocument/2006/relationships/image" Target="../media/image10.pn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6.wdp"/><Relationship Id="rId4" Type="http://schemas.openxmlformats.org/officeDocument/2006/relationships/image" Target="../media/image10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7.wdp"/><Relationship Id="rId4" Type="http://schemas.openxmlformats.org/officeDocument/2006/relationships/image" Target="../media/image11.png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microsoft.com/office/2007/relationships/hdphoto" Target="../media/hdphoto7.wdp"/><Relationship Id="rId4" Type="http://schemas.openxmlformats.org/officeDocument/2006/relationships/image" Target="../media/image11.png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8.wdp"/><Relationship Id="rId4" Type="http://schemas.openxmlformats.org/officeDocument/2006/relationships/image" Target="../media/image12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8.wdp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microsoft.com/office/2007/relationships/hdphoto" Target="../media/hdphoto8.wdp"/><Relationship Id="rId4" Type="http://schemas.openxmlformats.org/officeDocument/2006/relationships/image" Target="../media/image12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>
            <a:off x="0" y="573058"/>
            <a:ext cx="12192000" cy="285750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6009" t="-18105" r="1201" b="1"/>
          <a:stretch>
            <a:fillRect/>
          </a:stretch>
        </p:blipFill>
        <p:spPr>
          <a:xfrm>
            <a:off x="-8468" y="2560319"/>
            <a:ext cx="12200467" cy="660689"/>
          </a:xfrm>
          <a:prstGeom prst="rect">
            <a:avLst/>
          </a:prstGeom>
        </p:spPr>
      </p:pic>
      <p:sp>
        <p:nvSpPr>
          <p:cNvPr id="13" name="内容占位符 2"/>
          <p:cNvSpPr>
            <a:spLocks noGrp="1"/>
          </p:cNvSpPr>
          <p:nvPr>
            <p:ph sz="quarter" idx="12" hasCustomPrompt="1"/>
          </p:nvPr>
        </p:nvSpPr>
        <p:spPr>
          <a:xfrm>
            <a:off x="4102835" y="4544189"/>
            <a:ext cx="3975953" cy="454025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fld id="{E42970F4-9EF3-4E0A-91E0-2B480D8FBBAF}" type="datetime2">
              <a:rPr lang="zh-CN" altLang="en-US" smtClean="0"/>
              <a:t>​</a:t>
            </a:fld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5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" y="5086796"/>
            <a:ext cx="4225394" cy="1389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180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占位符 95" descr="图片包含 天空, 泰迪熊, 熊, 建筑物&#10;&#10;自动生成的说明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30" r="23380"/>
          <a:stretch>
            <a:fillRect/>
          </a:stretch>
        </p:blipFill>
        <p:spPr>
          <a:xfrm>
            <a:off x="0" y="2109743"/>
            <a:ext cx="3705223" cy="4748258"/>
          </a:xfrm>
          <a:prstGeom prst="rect">
            <a:avLst/>
          </a:prstGeom>
        </p:spPr>
      </p:pic>
      <p:grpSp>
        <p:nvGrpSpPr>
          <p:cNvPr id="8" name="组合 7"/>
          <p:cNvGrpSpPr/>
          <p:nvPr userDrawn="1"/>
        </p:nvGrpSpPr>
        <p:grpSpPr>
          <a:xfrm>
            <a:off x="0" y="1"/>
            <a:ext cx="3705225" cy="3230879"/>
            <a:chOff x="0" y="1"/>
            <a:chExt cx="3705225" cy="3230879"/>
          </a:xfrm>
        </p:grpSpPr>
        <p:sp>
          <p:nvSpPr>
            <p:cNvPr id="6" name="矩形 5"/>
            <p:cNvSpPr/>
            <p:nvPr userDrawn="1"/>
          </p:nvSpPr>
          <p:spPr>
            <a:xfrm>
              <a:off x="0" y="1"/>
              <a:ext cx="3705225" cy="212343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 userDrawn="1"/>
          </p:nvSpPr>
          <p:spPr>
            <a:xfrm>
              <a:off x="0" y="2123439"/>
              <a:ext cx="3705225" cy="1107441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9" name="图片 8" descr="图片包含 建筑物&#10;&#10;自动生成的说明"/>
          <p:cNvPicPr>
            <a:picLocks noChangeAspect="1"/>
          </p:cNvPicPr>
          <p:nvPr userDrawn="1"/>
        </p:nvPicPr>
        <p:blipFill>
          <a:blip r:embed="rId3" cstate="print">
            <a:alphaModFix amt="5000"/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5224" y="2047874"/>
            <a:ext cx="8486775" cy="3457575"/>
          </a:xfrm>
          <a:prstGeom prst="rect">
            <a:avLst/>
          </a:prstGeom>
        </p:spPr>
      </p:pic>
      <p:sp>
        <p:nvSpPr>
          <p:cNvPr id="10" name="文本框 9"/>
          <p:cNvSpPr txBox="1"/>
          <p:nvPr userDrawn="1"/>
        </p:nvSpPr>
        <p:spPr>
          <a:xfrm>
            <a:off x="569118" y="1160150"/>
            <a:ext cx="2566988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zh-CN" altLang="en-US" sz="44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目  录</a:t>
            </a:r>
            <a:endParaRPr lang="en-US" altLang="zh-CN" sz="4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  <a:p>
            <a:pPr algn="ctr">
              <a:spcBef>
                <a:spcPts val="600"/>
              </a:spcBef>
            </a:pPr>
            <a:r>
              <a:rPr lang="en-US" altLang="zh-CN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rPr>
              <a:t>CONTENT</a:t>
            </a:r>
            <a:endParaRPr lang="zh-CN" altLang="en-US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ea typeface="+mj-ea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4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5900" y="198623"/>
            <a:ext cx="2847974" cy="93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93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图片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760" t="-18106" r="1202" b="-17978"/>
          <a:stretch>
            <a:fillRect/>
          </a:stretch>
        </p:blipFill>
        <p:spPr>
          <a:xfrm>
            <a:off x="0" y="3660252"/>
            <a:ext cx="12200467" cy="689345"/>
          </a:xfrm>
          <a:prstGeom prst="rect">
            <a:avLst/>
          </a:prstGeom>
        </p:spPr>
      </p:pic>
      <p:grpSp>
        <p:nvGrpSpPr>
          <p:cNvPr id="16" name="组合 15"/>
          <p:cNvGrpSpPr/>
          <p:nvPr userDrawn="1"/>
        </p:nvGrpSpPr>
        <p:grpSpPr>
          <a:xfrm>
            <a:off x="813832" y="0"/>
            <a:ext cx="4824967" cy="6858000"/>
            <a:chOff x="975757" y="0"/>
            <a:chExt cx="4824967" cy="6858000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57" y="0"/>
              <a:ext cx="4824967" cy="6858000"/>
            </a:xfrm>
            <a:prstGeom prst="rect">
              <a:avLst/>
            </a:prstGeom>
            <a:effectLst>
              <a:outerShdw blurRad="114300" dist="139700" algn="l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1" name="文本框 10"/>
            <p:cNvSpPr txBox="1"/>
            <p:nvPr userDrawn="1"/>
          </p:nvSpPr>
          <p:spPr>
            <a:xfrm>
              <a:off x="1565274" y="3089701"/>
              <a:ext cx="36459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n-US" altLang="zh-CN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rPr>
                <a:t>PART ONE</a:t>
              </a:r>
              <a:endPara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845" y="1068380"/>
              <a:ext cx="1867505" cy="15234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6313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-2 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2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58" y="0"/>
            <a:ext cx="4824967" cy="6858000"/>
          </a:xfrm>
          <a:prstGeom prst="rect">
            <a:avLst/>
          </a:prstGeom>
          <a:effectLst>
            <a:outerShdw blurRad="114300" dist="139700" algn="l" rotWithShape="0">
              <a:prstClr val="black">
                <a:alpha val="20000"/>
              </a:prstClr>
            </a:outerShdw>
          </a:effectLst>
        </p:spPr>
      </p:pic>
      <p:grpSp>
        <p:nvGrpSpPr>
          <p:cNvPr id="2" name="组合 1"/>
          <p:cNvGrpSpPr/>
          <p:nvPr userDrawn="1"/>
        </p:nvGrpSpPr>
        <p:grpSpPr>
          <a:xfrm>
            <a:off x="0" y="3667540"/>
            <a:ext cx="12192001" cy="682058"/>
            <a:chOff x="0" y="3667540"/>
            <a:chExt cx="12192001" cy="682058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-16667" r="1202" b="-17979"/>
            <a:stretch>
              <a:fillRect/>
            </a:stretch>
          </p:blipFill>
          <p:spPr>
            <a:xfrm>
              <a:off x="0" y="3667540"/>
              <a:ext cx="6500256" cy="682058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 userDrawn="1"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11456" r="39636" b="-17978"/>
            <a:stretch>
              <a:fillRect/>
            </a:stretch>
          </p:blipFill>
          <p:spPr>
            <a:xfrm>
              <a:off x="11141766" y="3809999"/>
              <a:ext cx="1050235" cy="539597"/>
            </a:xfrm>
            <a:prstGeom prst="rect">
              <a:avLst/>
            </a:prstGeom>
          </p:spPr>
        </p:pic>
      </p:grpSp>
      <p:sp>
        <p:nvSpPr>
          <p:cNvPr id="11" name="文本框 10"/>
          <p:cNvSpPr txBox="1"/>
          <p:nvPr userDrawn="1"/>
        </p:nvSpPr>
        <p:spPr>
          <a:xfrm>
            <a:off x="7089775" y="3089701"/>
            <a:ext cx="36459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</a:pPr>
            <a:r>
              <a:rPr lang="en-US" altLang="zh-CN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rPr>
              <a:t>PART ONE</a:t>
            </a:r>
            <a:endParaRPr lang="zh-CN" altLang="en-US" sz="48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  <a:ea typeface="+mj-ea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1346" y="1068380"/>
            <a:ext cx="1867505" cy="1523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614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-2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图片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760" t="-18106" r="1202" b="-17978"/>
          <a:stretch>
            <a:fillRect/>
          </a:stretch>
        </p:blipFill>
        <p:spPr>
          <a:xfrm>
            <a:off x="0" y="3660252"/>
            <a:ext cx="12200467" cy="689345"/>
          </a:xfrm>
          <a:prstGeom prst="rect">
            <a:avLst/>
          </a:prstGeom>
        </p:spPr>
      </p:pic>
      <p:grpSp>
        <p:nvGrpSpPr>
          <p:cNvPr id="9" name="组合 8"/>
          <p:cNvGrpSpPr/>
          <p:nvPr userDrawn="1"/>
        </p:nvGrpSpPr>
        <p:grpSpPr>
          <a:xfrm>
            <a:off x="813833" y="0"/>
            <a:ext cx="4824966" cy="6858000"/>
            <a:chOff x="975758" y="0"/>
            <a:chExt cx="4824966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58" y="0"/>
              <a:ext cx="4824966" cy="6858000"/>
            </a:xfrm>
            <a:prstGeom prst="rect">
              <a:avLst/>
            </a:prstGeom>
            <a:effectLst>
              <a:outerShdw blurRad="114300" dist="139700" algn="l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2" name="文本框 11"/>
            <p:cNvSpPr txBox="1"/>
            <p:nvPr userDrawn="1"/>
          </p:nvSpPr>
          <p:spPr>
            <a:xfrm>
              <a:off x="1565274" y="3089701"/>
              <a:ext cx="36459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n-US" altLang="zh-CN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rPr>
                <a:t>PART TWO</a:t>
              </a:r>
              <a:endPara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845" y="1068380"/>
              <a:ext cx="1867505" cy="15234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23993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过渡页-2 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0" y="3667540"/>
            <a:ext cx="12192001" cy="682058"/>
            <a:chOff x="0" y="3667540"/>
            <a:chExt cx="12192001" cy="682058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-16667" r="1202" b="-17979"/>
            <a:stretch>
              <a:fillRect/>
            </a:stretch>
          </p:blipFill>
          <p:spPr>
            <a:xfrm>
              <a:off x="0" y="3667540"/>
              <a:ext cx="6500256" cy="682058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11456" r="39636" b="-17978"/>
            <a:stretch>
              <a:fillRect/>
            </a:stretch>
          </p:blipFill>
          <p:spPr>
            <a:xfrm>
              <a:off x="11141766" y="3809999"/>
              <a:ext cx="1050235" cy="539597"/>
            </a:xfrm>
            <a:prstGeom prst="rect">
              <a:avLst/>
            </a:prstGeom>
          </p:spPr>
        </p:pic>
      </p:grpSp>
      <p:grpSp>
        <p:nvGrpSpPr>
          <p:cNvPr id="16" name="组合 15"/>
          <p:cNvGrpSpPr/>
          <p:nvPr userDrawn="1"/>
        </p:nvGrpSpPr>
        <p:grpSpPr>
          <a:xfrm>
            <a:off x="6500259" y="0"/>
            <a:ext cx="4824966" cy="6858000"/>
            <a:chOff x="975758" y="0"/>
            <a:chExt cx="4824966" cy="6858000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58" y="0"/>
              <a:ext cx="4824966" cy="6858000"/>
            </a:xfrm>
            <a:prstGeom prst="rect">
              <a:avLst/>
            </a:prstGeom>
            <a:effectLst>
              <a:outerShdw blurRad="114300" dist="139700" algn="l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1" name="文本框 10"/>
            <p:cNvSpPr txBox="1"/>
            <p:nvPr userDrawn="1"/>
          </p:nvSpPr>
          <p:spPr>
            <a:xfrm>
              <a:off x="1565274" y="3089701"/>
              <a:ext cx="364593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n-US" altLang="zh-CN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rPr>
                <a:t>PART TWO</a:t>
              </a:r>
              <a:endPara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845" y="1068380"/>
              <a:ext cx="1867505" cy="15234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0612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-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760" t="-18106" r="1202" b="-17978"/>
          <a:stretch>
            <a:fillRect/>
          </a:stretch>
        </p:blipFill>
        <p:spPr>
          <a:xfrm>
            <a:off x="0" y="3660252"/>
            <a:ext cx="12200467" cy="689345"/>
          </a:xfrm>
          <a:prstGeom prst="rect">
            <a:avLst/>
          </a:prstGeom>
        </p:spPr>
      </p:pic>
      <p:grpSp>
        <p:nvGrpSpPr>
          <p:cNvPr id="3" name="组合 2"/>
          <p:cNvGrpSpPr/>
          <p:nvPr userDrawn="1"/>
        </p:nvGrpSpPr>
        <p:grpSpPr>
          <a:xfrm>
            <a:off x="813831" y="0"/>
            <a:ext cx="4824967" cy="6858000"/>
            <a:chOff x="813831" y="0"/>
            <a:chExt cx="4824967" cy="6858000"/>
          </a:xfrm>
        </p:grpSpPr>
        <p:grpSp>
          <p:nvGrpSpPr>
            <p:cNvPr id="16" name="组合 15"/>
            <p:cNvGrpSpPr/>
            <p:nvPr userDrawn="1"/>
          </p:nvGrpSpPr>
          <p:grpSpPr>
            <a:xfrm>
              <a:off x="813831" y="0"/>
              <a:ext cx="4824967" cy="6858000"/>
              <a:chOff x="975756" y="0"/>
              <a:chExt cx="4824967" cy="6858000"/>
            </a:xfrm>
          </p:grpSpPr>
          <p:pic>
            <p:nvPicPr>
              <p:cNvPr id="8" name="图片 7"/>
              <p:cNvPicPr>
                <a:picLocks noChangeAspect="1"/>
              </p:cNvPicPr>
              <p:nvPr userDrawn="1"/>
            </p:nvPicPr>
            <p:blipFill>
              <a:blip r:embed="rId4" cstate="print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rightnessContrast contrast="40000"/>
                        </a14:imgEffect>
                        <a14:imgEffect>
                          <a14:colorTemperature colorTemp="7200"/>
                        </a14:imgEffect>
                        <a14:imgEffect>
                          <a14:sharpenSoften amount="25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5756" y="0"/>
                <a:ext cx="4824967" cy="6858000"/>
              </a:xfrm>
              <a:prstGeom prst="rect">
                <a:avLst/>
              </a:prstGeom>
              <a:effectLst>
                <a:outerShdw blurRad="114300" dist="139700" algn="l" rotWithShape="0">
                  <a:prstClr val="black">
                    <a:alpha val="20000"/>
                  </a:prstClr>
                </a:outerShdw>
              </a:effectLst>
            </p:spPr>
          </p:pic>
          <p:sp>
            <p:nvSpPr>
              <p:cNvPr id="11" name="文本框 10"/>
              <p:cNvSpPr txBox="1"/>
              <p:nvPr userDrawn="1"/>
            </p:nvSpPr>
            <p:spPr>
              <a:xfrm>
                <a:off x="1266825" y="3089701"/>
                <a:ext cx="4257675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spcBef>
                    <a:spcPts val="600"/>
                  </a:spcBef>
                </a:pPr>
                <a:r>
                  <a:rPr lang="en-US" altLang="zh-CN" sz="4800" b="1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j-ea"/>
                  </a:rPr>
                  <a:t>PART THREE</a:t>
                </a:r>
                <a:endParaRPr lang="zh-CN" altLang="en-US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endParaRPr>
              </a:p>
            </p:txBody>
          </p:sp>
          <p:pic>
            <p:nvPicPr>
              <p:cNvPr id="14" name="图片 13"/>
              <p:cNvPicPr>
                <a:picLocks noChangeAspect="1"/>
              </p:cNvPicPr>
              <p:nvPr userDrawn="1"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56845" y="1068380"/>
                <a:ext cx="1867505" cy="1523492"/>
              </a:xfrm>
              <a:prstGeom prst="rect">
                <a:avLst/>
              </a:prstGeom>
            </p:spPr>
          </p:pic>
        </p:grpSp>
        <p:sp>
          <p:nvSpPr>
            <p:cNvPr id="2" name="矩形 1"/>
            <p:cNvSpPr/>
            <p:nvPr userDrawn="1"/>
          </p:nvSpPr>
          <p:spPr>
            <a:xfrm>
              <a:off x="2738438" y="4081463"/>
              <a:ext cx="1204912" cy="369848"/>
            </a:xfrm>
            <a:prstGeom prst="rect">
              <a:avLst/>
            </a:prstGeom>
            <a:solidFill>
              <a:srgbClr val="B5A3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05221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过渡页-2 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0" y="3667540"/>
            <a:ext cx="12192001" cy="682058"/>
            <a:chOff x="0" y="3667540"/>
            <a:chExt cx="12192001" cy="682058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-16667" r="1202" b="-17979"/>
            <a:stretch>
              <a:fillRect/>
            </a:stretch>
          </p:blipFill>
          <p:spPr>
            <a:xfrm>
              <a:off x="0" y="3667540"/>
              <a:ext cx="6500256" cy="682058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11456" r="39636" b="-17978"/>
            <a:stretch>
              <a:fillRect/>
            </a:stretch>
          </p:blipFill>
          <p:spPr>
            <a:xfrm>
              <a:off x="11141766" y="3809999"/>
              <a:ext cx="1050235" cy="539597"/>
            </a:xfrm>
            <a:prstGeom prst="rect">
              <a:avLst/>
            </a:prstGeom>
          </p:spPr>
        </p:pic>
      </p:grpSp>
      <p:grpSp>
        <p:nvGrpSpPr>
          <p:cNvPr id="3" name="组合 2"/>
          <p:cNvGrpSpPr/>
          <p:nvPr userDrawn="1"/>
        </p:nvGrpSpPr>
        <p:grpSpPr>
          <a:xfrm>
            <a:off x="6500256" y="0"/>
            <a:ext cx="4824967" cy="6858000"/>
            <a:chOff x="813831" y="0"/>
            <a:chExt cx="4824967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  <a14:imgEffect>
                        <a14:colorTemperature colorTemp="7200"/>
                      </a14:imgEffect>
                      <a14:imgEffect>
                        <a14:sharpenSoften amount="2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3831" y="0"/>
              <a:ext cx="4824967" cy="6858000"/>
            </a:xfrm>
            <a:prstGeom prst="rect">
              <a:avLst/>
            </a:prstGeom>
            <a:effectLst>
              <a:outerShdw blurRad="114300" dist="139700" algn="l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2" name="矩形 11"/>
            <p:cNvSpPr/>
            <p:nvPr userDrawn="1"/>
          </p:nvSpPr>
          <p:spPr>
            <a:xfrm>
              <a:off x="2738438" y="4081463"/>
              <a:ext cx="1204912" cy="369848"/>
            </a:xfrm>
            <a:prstGeom prst="rect">
              <a:avLst/>
            </a:prstGeom>
            <a:solidFill>
              <a:srgbClr val="B5A3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6" name="组合 15"/>
          <p:cNvGrpSpPr/>
          <p:nvPr userDrawn="1"/>
        </p:nvGrpSpPr>
        <p:grpSpPr>
          <a:xfrm>
            <a:off x="6500257" y="1068380"/>
            <a:ext cx="4824968" cy="2852318"/>
            <a:chOff x="975756" y="1068380"/>
            <a:chExt cx="4824968" cy="2852318"/>
          </a:xfrm>
        </p:grpSpPr>
        <p:sp>
          <p:nvSpPr>
            <p:cNvPr id="11" name="文本框 10"/>
            <p:cNvSpPr txBox="1"/>
            <p:nvPr userDrawn="1"/>
          </p:nvSpPr>
          <p:spPr>
            <a:xfrm>
              <a:off x="975756" y="3089701"/>
              <a:ext cx="482496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n-US" altLang="zh-CN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rPr>
                <a:t>PART THREE</a:t>
              </a:r>
              <a:endPara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845" y="1068380"/>
              <a:ext cx="1867505" cy="15234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53197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-4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760" t="-18106" r="1202" b="-17978"/>
          <a:stretch>
            <a:fillRect/>
          </a:stretch>
        </p:blipFill>
        <p:spPr>
          <a:xfrm>
            <a:off x="0" y="3660252"/>
            <a:ext cx="12200467" cy="689345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821252" y="0"/>
            <a:ext cx="4824969" cy="6858000"/>
            <a:chOff x="975755" y="0"/>
            <a:chExt cx="4824969" cy="6858000"/>
          </a:xfrm>
        </p:grpSpPr>
        <p:pic>
          <p:nvPicPr>
            <p:cNvPr id="18" name="图片 17"/>
            <p:cNvPicPr>
              <a:picLocks noChangeAspect="1"/>
            </p:cNvPicPr>
            <p:nvPr userDrawn="1"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55" y="0"/>
              <a:ext cx="4824969" cy="6858000"/>
            </a:xfrm>
            <a:prstGeom prst="rect">
              <a:avLst/>
            </a:prstGeom>
            <a:effectLst>
              <a:outerShdw blurRad="114300" dist="139700" algn="l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9" name="文本框 18"/>
            <p:cNvSpPr txBox="1"/>
            <p:nvPr userDrawn="1"/>
          </p:nvSpPr>
          <p:spPr>
            <a:xfrm>
              <a:off x="1295399" y="3089701"/>
              <a:ext cx="42195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n-US" altLang="zh-CN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rPr>
                <a:t>PART FOUR</a:t>
              </a:r>
              <a:endPara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endParaRPr>
            </a:p>
          </p:txBody>
        </p:sp>
        <p:pic>
          <p:nvPicPr>
            <p:cNvPr id="20" name="图片 19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845" y="1068380"/>
              <a:ext cx="1867505" cy="15234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55687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过渡页-4 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/>
          <p:nvPr userDrawn="1"/>
        </p:nvSpPr>
        <p:spPr>
          <a:xfrm>
            <a:off x="0" y="1348988"/>
            <a:ext cx="12192000" cy="3102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2" name="组合 11"/>
          <p:cNvGrpSpPr/>
          <p:nvPr userDrawn="1"/>
        </p:nvGrpSpPr>
        <p:grpSpPr>
          <a:xfrm>
            <a:off x="0" y="3719299"/>
            <a:ext cx="12192001" cy="682058"/>
            <a:chOff x="0" y="3667540"/>
            <a:chExt cx="12192001" cy="682058"/>
          </a:xfrm>
        </p:grpSpPr>
        <p:pic>
          <p:nvPicPr>
            <p:cNvPr id="13" name="图片 12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-16667" r="1202" b="-17979"/>
            <a:stretch>
              <a:fillRect/>
            </a:stretch>
          </p:blipFill>
          <p:spPr>
            <a:xfrm>
              <a:off x="0" y="3667540"/>
              <a:ext cx="6500256" cy="682058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52958" t="11456" r="39636" b="-17978"/>
            <a:stretch>
              <a:fillRect/>
            </a:stretch>
          </p:blipFill>
          <p:spPr>
            <a:xfrm>
              <a:off x="11141766" y="3809999"/>
              <a:ext cx="1050235" cy="539597"/>
            </a:xfrm>
            <a:prstGeom prst="rect">
              <a:avLst/>
            </a:prstGeom>
          </p:spPr>
        </p:pic>
      </p:grpSp>
      <p:grpSp>
        <p:nvGrpSpPr>
          <p:cNvPr id="16" name="组合 15"/>
          <p:cNvGrpSpPr/>
          <p:nvPr userDrawn="1"/>
        </p:nvGrpSpPr>
        <p:grpSpPr>
          <a:xfrm>
            <a:off x="6500256" y="0"/>
            <a:ext cx="4824969" cy="6858000"/>
            <a:chOff x="975755" y="0"/>
            <a:chExt cx="4824969" cy="6858000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4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755" y="0"/>
              <a:ext cx="4824969" cy="6858000"/>
            </a:xfrm>
            <a:prstGeom prst="rect">
              <a:avLst/>
            </a:prstGeom>
            <a:effectLst>
              <a:outerShdw blurRad="114300" dist="139700" algn="l" rotWithShape="0">
                <a:prstClr val="black">
                  <a:alpha val="20000"/>
                </a:prstClr>
              </a:outerShdw>
            </a:effectLst>
          </p:spPr>
        </p:pic>
        <p:sp>
          <p:nvSpPr>
            <p:cNvPr id="11" name="文本框 10"/>
            <p:cNvSpPr txBox="1"/>
            <p:nvPr userDrawn="1"/>
          </p:nvSpPr>
          <p:spPr>
            <a:xfrm>
              <a:off x="1295399" y="3089701"/>
              <a:ext cx="42195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n-US" altLang="zh-CN" sz="4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n-lt"/>
                  <a:ea typeface="+mj-ea"/>
                </a:rPr>
                <a:t>PART FOUR</a:t>
              </a:r>
              <a:endParaRPr lang="zh-CN" altLang="en-US" sz="4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j-ea"/>
              </a:endParaRPr>
            </a:p>
          </p:txBody>
        </p:sp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845" y="1068380"/>
              <a:ext cx="1867505" cy="15234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2385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6728059"/>
            <a:ext cx="12192000" cy="12994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 userDrawn="1"/>
        </p:nvGrpSpPr>
        <p:grpSpPr>
          <a:xfrm>
            <a:off x="-1" y="-1"/>
            <a:ext cx="12182477" cy="856212"/>
            <a:chOff x="-1" y="-1"/>
            <a:chExt cx="12182477" cy="856212"/>
          </a:xfrm>
        </p:grpSpPr>
        <p:sp>
          <p:nvSpPr>
            <p:cNvPr id="4" name="矩形 3"/>
            <p:cNvSpPr/>
            <p:nvPr userDrawn="1"/>
          </p:nvSpPr>
          <p:spPr>
            <a:xfrm>
              <a:off x="0" y="-1"/>
              <a:ext cx="12182476" cy="856212"/>
            </a:xfrm>
            <a:prstGeom prst="rect">
              <a:avLst/>
            </a:prstGeom>
            <a:gradFill>
              <a:gsLst>
                <a:gs pos="0">
                  <a:schemeClr val="accent1">
                    <a:alpha val="77000"/>
                  </a:schemeClr>
                </a:gs>
                <a:gs pos="100000">
                  <a:schemeClr val="accent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606" t="-18105" r="1201" b="1"/>
            <a:stretch>
              <a:fillRect/>
            </a:stretch>
          </p:blipFill>
          <p:spPr>
            <a:xfrm>
              <a:off x="-1" y="248846"/>
              <a:ext cx="12182477" cy="516766"/>
            </a:xfrm>
            <a:prstGeom prst="rect">
              <a:avLst/>
            </a:prstGeom>
          </p:spPr>
        </p:pic>
        <p:sp>
          <p:nvSpPr>
            <p:cNvPr id="10" name="矩形 9"/>
            <p:cNvSpPr/>
            <p:nvPr userDrawn="1"/>
          </p:nvSpPr>
          <p:spPr>
            <a:xfrm>
              <a:off x="9524" y="-1"/>
              <a:ext cx="12172952" cy="856211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文本占位符 11"/>
          <p:cNvSpPr>
            <a:spLocks noGrp="1"/>
          </p:cNvSpPr>
          <p:nvPr>
            <p:ph type="body" sz="quarter" idx="10" hasCustomPrompt="1"/>
          </p:nvPr>
        </p:nvSpPr>
        <p:spPr>
          <a:xfrm>
            <a:off x="9524" y="1"/>
            <a:ext cx="12172952" cy="856210"/>
          </a:xfrm>
        </p:spPr>
        <p:txBody>
          <a:bodyPr lIns="144000" tIns="144000" rIns="144000" bIns="144000" anchor="ctr" anchorCtr="0">
            <a:noAutofit/>
          </a:bodyPr>
          <a:lstStyle>
            <a:lvl1pPr marL="0" indent="0" algn="ctr">
              <a:buNone/>
              <a:def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单击此处编辑标题</a:t>
            </a:r>
          </a:p>
        </p:txBody>
      </p:sp>
      <p:sp>
        <p:nvSpPr>
          <p:cNvPr id="13" name="内容占位符 12"/>
          <p:cNvSpPr>
            <a:spLocks noGrp="1"/>
          </p:cNvSpPr>
          <p:nvPr>
            <p:ph sz="quarter" idx="11" hasCustomPrompt="1"/>
          </p:nvPr>
        </p:nvSpPr>
        <p:spPr>
          <a:xfrm>
            <a:off x="639763" y="1420813"/>
            <a:ext cx="10964862" cy="4656137"/>
          </a:xfrm>
        </p:spPr>
        <p:txBody>
          <a:bodyPr/>
          <a:lstStyle>
            <a:lvl1pPr marL="457200" indent="-4572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  <a:lvl2pPr marL="800100" indent="-3429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1257300" indent="-34290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16573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2114550" indent="-285750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4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0982973" y="6348122"/>
            <a:ext cx="1037230" cy="342900"/>
          </a:xfrm>
        </p:spPr>
        <p:txBody>
          <a:bodyPr/>
          <a:lstStyle/>
          <a:p>
            <a:fld id="{6C53781C-E1F6-4315-A39D-61273F2E0596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71419"/>
          <a:stretch>
            <a:fillRect/>
          </a:stretch>
        </p:blipFill>
        <p:spPr>
          <a:xfrm>
            <a:off x="193905" y="122669"/>
            <a:ext cx="659535" cy="61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1838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-白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6728059"/>
            <a:ext cx="12192000" cy="12994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 userDrawn="1"/>
        </p:nvGrpSpPr>
        <p:grpSpPr>
          <a:xfrm>
            <a:off x="-1" y="-1"/>
            <a:ext cx="12182477" cy="856212"/>
            <a:chOff x="-1" y="-1"/>
            <a:chExt cx="12182477" cy="856212"/>
          </a:xfrm>
        </p:grpSpPr>
        <p:sp>
          <p:nvSpPr>
            <p:cNvPr id="4" name="矩形 3"/>
            <p:cNvSpPr/>
            <p:nvPr userDrawn="1"/>
          </p:nvSpPr>
          <p:spPr>
            <a:xfrm>
              <a:off x="0" y="-1"/>
              <a:ext cx="12182476" cy="856212"/>
            </a:xfrm>
            <a:prstGeom prst="rect">
              <a:avLst/>
            </a:prstGeom>
            <a:gradFill>
              <a:gsLst>
                <a:gs pos="0">
                  <a:schemeClr val="accent1">
                    <a:alpha val="77000"/>
                  </a:schemeClr>
                </a:gs>
                <a:gs pos="100000">
                  <a:schemeClr val="accent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606" t="-18105" r="1201" b="1"/>
            <a:stretch>
              <a:fillRect/>
            </a:stretch>
          </p:blipFill>
          <p:spPr>
            <a:xfrm>
              <a:off x="-1" y="248846"/>
              <a:ext cx="12182477" cy="516766"/>
            </a:xfrm>
            <a:prstGeom prst="rect">
              <a:avLst/>
            </a:prstGeom>
          </p:spPr>
        </p:pic>
        <p:sp>
          <p:nvSpPr>
            <p:cNvPr id="10" name="矩形 9"/>
            <p:cNvSpPr/>
            <p:nvPr userDrawn="1"/>
          </p:nvSpPr>
          <p:spPr>
            <a:xfrm>
              <a:off x="9524" y="-1"/>
              <a:ext cx="12172952" cy="856211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 userDrawn="1"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1419"/>
            <a:stretch>
              <a:fillRect/>
            </a:stretch>
          </p:blipFill>
          <p:spPr>
            <a:xfrm>
              <a:off x="193905" y="122669"/>
              <a:ext cx="659535" cy="610870"/>
            </a:xfrm>
            <a:prstGeom prst="rect">
              <a:avLst/>
            </a:prstGeom>
          </p:spPr>
        </p:pic>
      </p:grpSp>
      <p:sp>
        <p:nvSpPr>
          <p:cNvPr id="11" name="文本占位符 11"/>
          <p:cNvSpPr>
            <a:spLocks noGrp="1"/>
          </p:cNvSpPr>
          <p:nvPr>
            <p:ph type="body" sz="quarter" idx="10" hasCustomPrompt="1"/>
          </p:nvPr>
        </p:nvSpPr>
        <p:spPr>
          <a:xfrm>
            <a:off x="9524" y="1"/>
            <a:ext cx="12172952" cy="856210"/>
          </a:xfrm>
        </p:spPr>
        <p:txBody>
          <a:bodyPr lIns="144000" tIns="144000" rIns="144000" bIns="144000" anchor="ctr" anchorCtr="0">
            <a:noAutofit/>
          </a:bodyPr>
          <a:lstStyle>
            <a:lvl1pPr marL="0" indent="0" algn="ctr">
              <a:buNone/>
              <a:def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单击此处编辑标题</a:t>
            </a:r>
          </a:p>
        </p:txBody>
      </p:sp>
      <p:sp>
        <p:nvSpPr>
          <p:cNvPr id="1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0982973" y="6348122"/>
            <a:ext cx="1037230" cy="342900"/>
          </a:xfrm>
        </p:spPr>
        <p:txBody>
          <a:bodyPr/>
          <a:lstStyle/>
          <a:p>
            <a:fld id="{6C53781C-E1F6-4315-A39D-61273F2E0596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9493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内容页-白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6728059"/>
            <a:ext cx="12192000" cy="12994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 userDrawn="1"/>
        </p:nvGrpSpPr>
        <p:grpSpPr>
          <a:xfrm>
            <a:off x="-1" y="-1"/>
            <a:ext cx="12182477" cy="856212"/>
            <a:chOff x="-1" y="-1"/>
            <a:chExt cx="12182477" cy="856212"/>
          </a:xfrm>
        </p:grpSpPr>
        <p:sp>
          <p:nvSpPr>
            <p:cNvPr id="4" name="矩形 3"/>
            <p:cNvSpPr/>
            <p:nvPr userDrawn="1"/>
          </p:nvSpPr>
          <p:spPr>
            <a:xfrm>
              <a:off x="0" y="-1"/>
              <a:ext cx="12182476" cy="856212"/>
            </a:xfrm>
            <a:prstGeom prst="rect">
              <a:avLst/>
            </a:prstGeom>
            <a:gradFill>
              <a:gsLst>
                <a:gs pos="0">
                  <a:schemeClr val="accent1">
                    <a:alpha val="77000"/>
                  </a:schemeClr>
                </a:gs>
                <a:gs pos="100000">
                  <a:schemeClr val="accent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/>
            <p:cNvPicPr>
              <a:picLocks noChangeAspect="1"/>
            </p:cNvPicPr>
            <p:nvPr userDrawn="1"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 contrast="100000"/>
                      </a14:imgEffect>
                      <a14:imgEffect>
                        <a14:colorTemperature colorTemp="1500"/>
                      </a14:imgEffect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rcRect l="606" t="-18105" r="1201" b="1"/>
            <a:stretch>
              <a:fillRect/>
            </a:stretch>
          </p:blipFill>
          <p:spPr>
            <a:xfrm>
              <a:off x="-1" y="248846"/>
              <a:ext cx="12182477" cy="516766"/>
            </a:xfrm>
            <a:prstGeom prst="rect">
              <a:avLst/>
            </a:prstGeom>
          </p:spPr>
        </p:pic>
        <p:sp>
          <p:nvSpPr>
            <p:cNvPr id="10" name="矩形 9"/>
            <p:cNvSpPr/>
            <p:nvPr userDrawn="1"/>
          </p:nvSpPr>
          <p:spPr>
            <a:xfrm>
              <a:off x="9524" y="-1"/>
              <a:ext cx="12172952" cy="856211"/>
            </a:xfrm>
            <a:prstGeom prst="rect">
              <a:avLst/>
            </a:prstGeom>
            <a:gradFill>
              <a:gsLst>
                <a:gs pos="0">
                  <a:schemeClr val="accent1">
                    <a:alpha val="0"/>
                  </a:schemeClr>
                </a:gs>
                <a:gs pos="100000">
                  <a:schemeClr val="accent1"/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9" name="图片 8"/>
            <p:cNvPicPr>
              <a:picLocks noChangeAspect="1"/>
            </p:cNvPicPr>
            <p:nvPr userDrawn="1"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1419"/>
            <a:stretch>
              <a:fillRect/>
            </a:stretch>
          </p:blipFill>
          <p:spPr>
            <a:xfrm>
              <a:off x="193905" y="122669"/>
              <a:ext cx="659535" cy="610870"/>
            </a:xfrm>
            <a:prstGeom prst="rect">
              <a:avLst/>
            </a:prstGeom>
          </p:spPr>
        </p:pic>
      </p:grpSp>
      <p:sp>
        <p:nvSpPr>
          <p:cNvPr id="11" name="文本占位符 11"/>
          <p:cNvSpPr>
            <a:spLocks noGrp="1"/>
          </p:cNvSpPr>
          <p:nvPr>
            <p:ph type="body" sz="quarter" idx="10" hasCustomPrompt="1"/>
          </p:nvPr>
        </p:nvSpPr>
        <p:spPr>
          <a:xfrm>
            <a:off x="9524" y="1"/>
            <a:ext cx="12172952" cy="856210"/>
          </a:xfrm>
        </p:spPr>
        <p:txBody>
          <a:bodyPr lIns="144000" tIns="144000" rIns="144000" bIns="144000" anchor="ctr" anchorCtr="0">
            <a:noAutofit/>
          </a:bodyPr>
          <a:lstStyle>
            <a:lvl1pPr marL="0" indent="0" algn="ctr">
              <a:buNone/>
              <a:defRPr sz="36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defRPr>
            </a:lvl1pPr>
          </a:lstStyle>
          <a:p>
            <a:pPr lvl="0"/>
            <a:r>
              <a:rPr lang="zh-CN" altLang="en-US" dirty="0"/>
              <a:t>单击此处编辑标题</a:t>
            </a:r>
          </a:p>
        </p:txBody>
      </p:sp>
      <p:sp>
        <p:nvSpPr>
          <p:cNvPr id="1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0982973" y="6348122"/>
            <a:ext cx="1037230" cy="342900"/>
          </a:xfrm>
        </p:spPr>
        <p:txBody>
          <a:bodyPr/>
          <a:lstStyle/>
          <a:p>
            <a:fld id="{6C53781C-E1F6-4315-A39D-61273F2E0596}" type="slidenum">
              <a:rPr lang="zh-CN" altLang="en-US" smtClean="0"/>
              <a:t>‹#›</a:t>
            </a:fld>
            <a:endParaRPr lang="zh-CN" altLang="en-US" dirty="0"/>
          </a:p>
        </p:txBody>
      </p:sp>
      <p:sp>
        <p:nvSpPr>
          <p:cNvPr id="12" name="矩形 11"/>
          <p:cNvSpPr/>
          <p:nvPr userDrawn="1"/>
        </p:nvSpPr>
        <p:spPr>
          <a:xfrm>
            <a:off x="140671" y="6291045"/>
            <a:ext cx="566975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1400" dirty="0">
                <a:solidFill>
                  <a:schemeClr val="bg1">
                    <a:lumMod val="75000"/>
                  </a:schemeClr>
                </a:solidFill>
              </a:rPr>
              <a:t>SJTU ICON LIBRARY Copyright © 2021 Invictus. All rights reserved. </a:t>
            </a:r>
            <a:endParaRPr lang="zh-CN" altLang="en-US" sz="14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78676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纯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0982973" y="6348122"/>
            <a:ext cx="1037230" cy="342900"/>
          </a:xfrm>
        </p:spPr>
        <p:txBody>
          <a:bodyPr/>
          <a:lstStyle/>
          <a:p>
            <a:fld id="{6C53781C-E1F6-4315-A39D-61273F2E0596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83038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背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2"/>
          </p:nvPr>
        </p:nvSpPr>
        <p:spPr>
          <a:xfrm>
            <a:off x="10982973" y="6348122"/>
            <a:ext cx="1037230" cy="342900"/>
          </a:xfrm>
        </p:spPr>
        <p:txBody>
          <a:bodyPr/>
          <a:lstStyle/>
          <a:p>
            <a:fld id="{6C53781C-E1F6-4315-A39D-61273F2E0596}" type="slidenum">
              <a:rPr lang="zh-CN" altLang="en-US" smtClean="0"/>
              <a:t>‹#›</a:t>
            </a:fld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4" cstate="print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8986" y="165372"/>
            <a:ext cx="3264645" cy="1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0721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矩形 5"/>
          <p:cNvSpPr/>
          <p:nvPr userDrawn="1"/>
        </p:nvSpPr>
        <p:spPr>
          <a:xfrm>
            <a:off x="0" y="573058"/>
            <a:ext cx="12192000" cy="3887182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2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6009" t="-18105" r="1201" b="1"/>
          <a:stretch>
            <a:fillRect/>
          </a:stretch>
        </p:blipFill>
        <p:spPr>
          <a:xfrm>
            <a:off x="-8468" y="3503541"/>
            <a:ext cx="12200467" cy="660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7795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-1" y="0"/>
            <a:ext cx="12192001" cy="6858000"/>
            <a:chOff x="-1" y="0"/>
            <a:chExt cx="12192001" cy="5409398"/>
          </a:xfrm>
        </p:grpSpPr>
        <p:sp>
          <p:nvSpPr>
            <p:cNvPr id="2" name="矩形 1"/>
            <p:cNvSpPr/>
            <p:nvPr userDrawn="1"/>
          </p:nvSpPr>
          <p:spPr>
            <a:xfrm>
              <a:off x="0" y="3295018"/>
              <a:ext cx="12192000" cy="2114380"/>
            </a:xfrm>
            <a:prstGeom prst="rect">
              <a:avLst/>
            </a:prstGeom>
            <a:gradFill>
              <a:gsLst>
                <a:gs pos="0">
                  <a:schemeClr val="accent1">
                    <a:alpha val="62000"/>
                  </a:schemeClr>
                </a:gs>
                <a:gs pos="100000">
                  <a:schemeClr val="accent1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 userDrawn="1"/>
          </p:nvSpPr>
          <p:spPr>
            <a:xfrm>
              <a:off x="-1" y="0"/>
              <a:ext cx="12192001" cy="329501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26009" t="-18105" r="1201" b="1"/>
          <a:stretch>
            <a:fillRect/>
          </a:stretch>
        </p:blipFill>
        <p:spPr>
          <a:xfrm>
            <a:off x="0" y="5877294"/>
            <a:ext cx="12200467" cy="660689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640" y="350311"/>
            <a:ext cx="2534311" cy="2067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171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4518D-F1E1-42FE-ADB3-4B6EED642878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F756E6-AE62-4EF0-9CF6-DF3EBBB7839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278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6.png"/><Relationship Id="rId4" Type="http://schemas.openxmlformats.org/officeDocument/2006/relationships/customXml" Target="../ink/ink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1"/>
          <p:cNvSpPr txBox="1"/>
          <p:nvPr/>
        </p:nvSpPr>
        <p:spPr>
          <a:xfrm>
            <a:off x="457200" y="1908279"/>
            <a:ext cx="5467350" cy="1638300"/>
          </a:xfrm>
          <a:prstGeom prst="rect">
            <a:avLst/>
          </a:prstGeom>
        </p:spPr>
        <p:txBody>
          <a:bodyPr vert="horz" lIns="144000" tIns="144000" rIns="144000" bIns="144000" rtlCol="0"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000" b="1" kern="12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轨迹跟踪控制</a:t>
            </a: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轨迹跟踪控制</a:t>
            </a:r>
            <a:endParaRPr lang="zh-CN" altLang="en-US" dirty="0"/>
          </a:p>
        </p:txBody>
      </p:sp>
      <p:sp>
        <p:nvSpPr>
          <p:cNvPr id="17" name="内容占位符 16"/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1</a:t>
            </a:r>
            <a:r>
              <a:rPr lang="zh-CN" altLang="en-US" sz="2400" b="1" dirty="0"/>
              <a:t>、核心方法</a:t>
            </a:r>
            <a:endParaRPr lang="en-US" altLang="zh-CN" sz="2400" b="1" dirty="0"/>
          </a:p>
          <a:p>
            <a:r>
              <a:rPr lang="zh-CN" altLang="en-US" sz="2400" dirty="0"/>
              <a:t>实际系统存在制造公差、装配误差、负载变化，理论计算算出的力矩直接作用在机器人上，很可能会产生轨迹偏离</a:t>
            </a:r>
          </a:p>
          <a:p>
            <a:r>
              <a:rPr lang="zh-CN" altLang="en-US" sz="2400" dirty="0"/>
              <a:t>设计目的：让控制器在“不知道真实参数”的情况下，仍能精准跟踪。</a:t>
            </a:r>
            <a:endParaRPr lang="en-US" altLang="zh-CN" sz="2400" dirty="0"/>
          </a:p>
          <a:p>
            <a:r>
              <a:rPr lang="zh-CN" altLang="en-US" sz="2400" dirty="0"/>
              <a:t>解决思路：前馈</a:t>
            </a:r>
            <a:r>
              <a:rPr lang="en-US" altLang="zh-CN" sz="2400" dirty="0"/>
              <a:t>+</a:t>
            </a:r>
            <a:r>
              <a:rPr lang="zh-CN" altLang="en-US" sz="2400" dirty="0"/>
              <a:t>反馈</a:t>
            </a:r>
            <a:r>
              <a:rPr lang="en-US" altLang="zh-CN" sz="2400" dirty="0"/>
              <a:t>+</a:t>
            </a:r>
            <a:r>
              <a:rPr lang="zh-CN" altLang="en-US" sz="2400" dirty="0"/>
              <a:t>鲁棒项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轨迹跟踪控制</a:t>
            </a:r>
            <a:endParaRPr lang="zh-CN" altLang="en-US" dirty="0"/>
          </a:p>
        </p:txBody>
      </p:sp>
      <p:sp>
        <p:nvSpPr>
          <p:cNvPr id="17" name="内容占位符 16"/>
          <p:cNvSpPr>
            <a:spLocks noGrp="1"/>
          </p:cNvSpPr>
          <p:nvPr>
            <p:ph sz="quarter" idx="11"/>
          </p:nvPr>
        </p:nvSpPr>
        <p:spPr>
          <a:xfrm>
            <a:off x="639763" y="1420813"/>
            <a:ext cx="7085340" cy="5151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2</a:t>
            </a:r>
            <a:r>
              <a:rPr lang="zh-CN" altLang="en-US" sz="2400" b="1" dirty="0"/>
              <a:t>、控制器设计</a:t>
            </a:r>
            <a:endParaRPr lang="en-US" altLang="zh-CN" sz="2400" b="1" dirty="0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7448502"/>
              </p:ext>
            </p:extLst>
          </p:nvPr>
        </p:nvGraphicFramePr>
        <p:xfrm>
          <a:off x="1585716" y="1842463"/>
          <a:ext cx="5910262" cy="712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0596800" imgH="6096000" progId="Equation.DSMT4">
                  <p:embed/>
                </p:oleObj>
              </mc:Choice>
              <mc:Fallback>
                <p:oleObj name="Equation" r:id="rId2" imgW="50596800" imgH="6096000" progId="Equation.DSMT4">
                  <p:embed/>
                  <p:pic>
                    <p:nvPicPr>
                      <p:cNvPr id="3" name="对象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5716" y="1842463"/>
                        <a:ext cx="5910262" cy="7127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格 4"/>
              <p:cNvGraphicFramePr>
                <a:graphicFrameLocks noGrp="1"/>
              </p:cNvGraphicFramePr>
              <p:nvPr/>
            </p:nvGraphicFramePr>
            <p:xfrm>
              <a:off x="1407685" y="2976901"/>
              <a:ext cx="9237192" cy="28971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95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53953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0790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30790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572452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组成部分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符号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作用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72452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前馈项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CN" altLang="en-US" i="1" smtClean="0">
                                        <a:latin typeface="Cambria Math" panose="02040503050406030204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charset="0"/>
                                      </a:rPr>
                                      <m:t>𝑓𝑓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提供主要驱动力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72452">
                    <a:tc rowSpan="2">
                      <a:txBody>
                        <a:bodyPr/>
                        <a:lstStyle/>
                        <a:p>
                          <a:pPr algn="ctr"/>
                          <a:endParaRPr lang="en-US" altLang="zh-CN" dirty="0"/>
                        </a:p>
                        <a:p>
                          <a:pPr algn="ctr"/>
                          <a:r>
                            <a:rPr lang="en-US" altLang="zh-CN" dirty="0"/>
                            <a:t>PD</a:t>
                          </a:r>
                          <a:r>
                            <a:rPr lang="zh-CN" altLang="en-US" dirty="0"/>
                            <a:t>反馈项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比例项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</a:rPr>
                                  <m:t>𝑒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快速减小误差</a:t>
                          </a:r>
                          <a:endParaRPr lang="zh-CN" alt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72452">
                    <a:tc vMerge="1"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微分项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CN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b="0" i="1" smtClean="0">
                                        <a:latin typeface="Cambria Math" panose="02040503050406030204" charset="0"/>
                                      </a:rPr>
                                      <m:t>𝑑</m:t>
                                    </m:r>
                                  </m:sub>
                                </m:sSub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</a:rPr>
                                  <m:t>𝑒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抑制振动，提高稳定性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72452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滑模鲁棒项</a:t>
                          </a:r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</a:rPr>
                                  <m:t>𝐾</m:t>
                                </m:r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𝑠𝑎𝑡</m:t>
                                </m:r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en-US" altLang="zh-CN" b="0" i="1" smtClean="0">
                                        <a:latin typeface="Cambria Math" panose="02040503050406030204" pitchFamily="18" charset="0"/>
                                        <a:ea typeface="Cambria Math" panose="02040503050406030204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CN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r>
                                      <a:rPr lang="zh-CN" altLang="en-US" b="0" i="1" smtClean="0">
                                        <a:latin typeface="Cambria Math" panose="02040503050406030204" charset="0"/>
                                        <a:ea typeface="Cambria Math" panose="02040503050406030204" charset="0"/>
                                      </a:rPr>
                                      <m:t>𝜙</m:t>
                                    </m:r>
                                  </m:den>
                                </m:f>
                                <m:r>
                                  <a:rPr lang="en-US" altLang="zh-CN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875"/>
                            </a:lnSpc>
                            <a:buNone/>
                          </a:pPr>
                          <a:r>
                            <a:rPr lang="zh-CN" altLang="en-US" b="0" dirty="0">
                              <a:effectLst/>
                              <a:latin typeface="quote-cjk-patch"/>
                            </a:rPr>
                            <a:t>强制系统沿滑模面运动</a:t>
                          </a:r>
                        </a:p>
                      </a:txBody>
                      <a:tcPr marL="101600" marR="101600" marT="63500" marB="63500"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格 4"/>
              <p:cNvGraphicFramePr>
                <a:graphicFrameLocks noGrp="1"/>
              </p:cNvGraphicFramePr>
              <p:nvPr/>
            </p:nvGraphicFramePr>
            <p:xfrm>
              <a:off x="1407685" y="2976901"/>
              <a:ext cx="9237192" cy="289718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9532"/>
                    <a:gridCol w="1539532"/>
                    <a:gridCol w="3079064"/>
                    <a:gridCol w="3079064"/>
                  </a:tblGrid>
                  <a:tr h="572452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组成部分</a:t>
                          </a:r>
                          <a:endParaRPr lang="zh-CN" altLang="en-US" dirty="0"/>
                        </a:p>
                      </a:txBody>
                      <a:tcPr/>
                    </a:tc>
                    <a:tc hMerge="1"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符号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作用</a:t>
                          </a:r>
                          <a:endParaRPr lang="zh-CN" altLang="en-US" dirty="0"/>
                        </a:p>
                      </a:txBody>
                      <a:tcPr/>
                    </a:tc>
                  </a:tr>
                  <a:tr h="572770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前馈项</a:t>
                          </a:r>
                          <a:endParaRPr lang="zh-CN" altLang="en-US" dirty="0"/>
                        </a:p>
                      </a:txBody>
                      <a:tcPr/>
                    </a:tc>
                    <a:tc hMerge="1"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提供主要驱动力</a:t>
                          </a:r>
                          <a:endParaRPr lang="zh-CN" altLang="en-US" dirty="0"/>
                        </a:p>
                      </a:txBody>
                      <a:tcPr/>
                    </a:tc>
                  </a:tr>
                  <a:tr h="572135">
                    <a:tc rowSpan="2">
                      <a:txBody>
                        <a:bodyPr/>
                        <a:lstStyle/>
                        <a:p>
                          <a:pPr algn="ctr"/>
                          <a:endParaRPr lang="en-US" altLang="zh-CN" dirty="0"/>
                        </a:p>
                        <a:p>
                          <a:pPr algn="ctr"/>
                          <a:r>
                            <a:rPr lang="en-US" altLang="zh-CN" dirty="0"/>
                            <a:t>PD</a:t>
                          </a:r>
                          <a:r>
                            <a:rPr lang="zh-CN" altLang="en-US" dirty="0"/>
                            <a:t>反馈项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比例项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快速减小误差</a:t>
                          </a:r>
                          <a:endParaRPr lang="zh-CN" altLang="en-US" dirty="0"/>
                        </a:p>
                      </a:txBody>
                      <a:tcPr/>
                    </a:tc>
                  </a:tr>
                  <a:tr h="572770">
                    <a:tc vMerge="1"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微分项</a:t>
                          </a:r>
                          <a:endParaRPr lang="zh-CN" alt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抑制振动，提高稳定性</a:t>
                          </a:r>
                          <a:endParaRPr lang="zh-CN" altLang="en-US" dirty="0"/>
                        </a:p>
                      </a:txBody>
                      <a:tcPr/>
                    </a:tc>
                  </a:tr>
                  <a:tr h="602615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dirty="0"/>
                            <a:t>滑模鲁棒项</a:t>
                          </a:r>
                          <a:endParaRPr lang="zh-CN" altLang="en-US" dirty="0"/>
                        </a:p>
                      </a:txBody>
                      <a:tcPr/>
                    </a:tc>
                    <a:tc hMerge="1">
                      <a:tcPr/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ts val="1875"/>
                            </a:lnSpc>
                            <a:buNone/>
                          </a:pPr>
                          <a:r>
                            <a:rPr lang="zh-CN" altLang="en-US" b="0" dirty="0">
                              <a:effectLst/>
                              <a:latin typeface="quote-cjk-patch"/>
                            </a:rPr>
                            <a:t>强制系统沿滑模面运动</a:t>
                          </a:r>
                          <a:endParaRPr lang="zh-CN" altLang="en-US" b="0" dirty="0">
                            <a:effectLst/>
                            <a:latin typeface="quote-cjk-patch"/>
                          </a:endParaRPr>
                        </a:p>
                      </a:txBody>
                      <a:tcPr marL="101600" marR="101600" marT="63500" marB="63500" anchor="ctr"/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轨迹跟踪控制</a:t>
            </a:r>
            <a:endParaRPr lang="zh-CN" altLang="en-US" dirty="0"/>
          </a:p>
        </p:txBody>
      </p:sp>
      <p:sp>
        <p:nvSpPr>
          <p:cNvPr id="17" name="内容占位符 16"/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3</a:t>
            </a:r>
            <a:r>
              <a:rPr lang="zh-CN" altLang="en-US" sz="2400" b="1" dirty="0"/>
              <a:t>、控制器设计详解</a:t>
            </a:r>
            <a:endParaRPr lang="en-US" altLang="zh-CN" sz="2400" b="1" dirty="0"/>
          </a:p>
          <a:p>
            <a:pPr marL="0" indent="0">
              <a:buNone/>
            </a:pPr>
            <a:r>
              <a:rPr lang="zh-CN" altLang="en-US" sz="2400" b="1" dirty="0"/>
              <a:t>（</a:t>
            </a:r>
            <a:r>
              <a:rPr lang="en-US" altLang="zh-CN" sz="2400" b="1" dirty="0"/>
              <a:t>1</a:t>
            </a:r>
            <a:r>
              <a:rPr lang="zh-CN" altLang="en-US" sz="2400" b="1" dirty="0"/>
              <a:t>）前馈控制</a:t>
            </a:r>
            <a:endParaRPr lang="en-US" altLang="zh-CN" sz="2400" b="1" dirty="0"/>
          </a:p>
          <a:p>
            <a:pPr marL="0" indent="0">
              <a:buNone/>
            </a:pP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作用：已知机器人的运动轨迹，提前把这些理论上需要的力算好，直接输出给电机</a:t>
            </a:r>
            <a:endParaRPr lang="en-US" altLang="zh-CN" sz="2400" dirty="0"/>
          </a:p>
          <a:p>
            <a:r>
              <a:rPr lang="zh-CN" altLang="en-US" sz="2400" dirty="0"/>
              <a:t>局限：实际参数会和理论参数有偏差，补偿力矩会不满足期望</a:t>
            </a:r>
            <a:endParaRPr lang="en-US" altLang="zh-CN" sz="2400" dirty="0"/>
          </a:p>
          <a:p>
            <a:endParaRPr lang="en-US" altLang="zh-CN" sz="2400" dirty="0"/>
          </a:p>
          <a:p>
            <a:endParaRPr lang="zh-CN" altLang="en-US" sz="2400" dirty="0"/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0905281"/>
              </p:ext>
            </p:extLst>
          </p:nvPr>
        </p:nvGraphicFramePr>
        <p:xfrm>
          <a:off x="931863" y="2511425"/>
          <a:ext cx="7847012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056000" imgH="6096000" progId="Equation.DSMT4">
                  <p:embed/>
                </p:oleObj>
              </mc:Choice>
              <mc:Fallback>
                <p:oleObj name="Equation" r:id="rId2" imgW="67056000" imgH="6096000" progId="Equation.DSMT4">
                  <p:embed/>
                  <p:pic>
                    <p:nvPicPr>
                      <p:cNvPr id="3" name="对象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31863" y="2511425"/>
                        <a:ext cx="7847012" cy="711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2446808" y="3222625"/>
            <a:ext cx="653255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4098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惯性项                   科氏力与离心力项               重力项           摩擦力项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004098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069BEEC7-3EE9-4F81-31A2-5F1C8904A8D6}"/>
                  </a:ext>
                </a:extLst>
              </p14:cNvPr>
              <p14:cNvContentPartPr/>
              <p14:nvPr/>
            </p14:nvContentPartPr>
            <p14:xfrm>
              <a:off x="7947140" y="2549845"/>
              <a:ext cx="770760" cy="1037880"/>
            </p14:xfrm>
          </p:contentPart>
        </mc:Choice>
        <mc:Fallback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069BEEC7-3EE9-4F81-31A2-5F1C8904A8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84140" y="2486845"/>
                <a:ext cx="896400" cy="11635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轨迹跟踪控制</a:t>
            </a:r>
            <a:endParaRPr lang="zh-CN" altLang="en-US" dirty="0"/>
          </a:p>
        </p:txBody>
      </p:sp>
      <p:sp>
        <p:nvSpPr>
          <p:cNvPr id="17" name="内容占位符 16"/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3</a:t>
            </a:r>
            <a:r>
              <a:rPr lang="zh-CN" altLang="en-US" sz="2400" b="1" dirty="0"/>
              <a:t>、控制器设计详解</a:t>
            </a:r>
            <a:endParaRPr lang="en-US" altLang="zh-CN" sz="2400" b="1" dirty="0"/>
          </a:p>
          <a:p>
            <a:pPr marL="0" indent="0">
              <a:buNone/>
            </a:pPr>
            <a:r>
              <a:rPr lang="zh-CN" altLang="en-US" sz="2400" b="1" dirty="0"/>
              <a:t>（</a:t>
            </a:r>
            <a:r>
              <a:rPr lang="en-US" altLang="zh-CN" sz="2400" b="1" dirty="0"/>
              <a:t>2</a:t>
            </a:r>
            <a:r>
              <a:rPr lang="zh-CN" altLang="en-US" sz="2400" b="1" dirty="0"/>
              <a:t>）</a:t>
            </a:r>
            <a:r>
              <a:rPr lang="en-US" altLang="zh-CN" sz="2400" b="1" dirty="0"/>
              <a:t>PD</a:t>
            </a:r>
            <a:r>
              <a:rPr lang="zh-CN" altLang="en-US" sz="2400" b="1" dirty="0"/>
              <a:t>反馈</a:t>
            </a:r>
            <a:endParaRPr lang="en-US" altLang="zh-CN" sz="2400" b="1" dirty="0"/>
          </a:p>
          <a:p>
            <a:pPr marL="0" indent="0">
              <a:buNone/>
            </a:pPr>
            <a:endParaRPr lang="en-US" altLang="zh-CN" sz="2400" dirty="0"/>
          </a:p>
          <a:p>
            <a:r>
              <a:rPr lang="zh-CN" altLang="en-US" sz="2400" dirty="0"/>
              <a:t>作用：修正前馈残余误差</a:t>
            </a:r>
            <a:endParaRPr lang="en-US" altLang="zh-CN" sz="2400" dirty="0"/>
          </a:p>
          <a:p>
            <a:r>
              <a:rPr lang="zh-CN" altLang="en-US" sz="2400" dirty="0"/>
              <a:t>局限：对于恒定的大偏差，会一直产生一个稳态误差，无法完全消除。调大增益可以减小这个误差，但太大会导致系统不稳定。</a:t>
            </a: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3447409"/>
              </p:ext>
            </p:extLst>
          </p:nvPr>
        </p:nvGraphicFramePr>
        <p:xfrm>
          <a:off x="2339975" y="2528888"/>
          <a:ext cx="5027613" cy="676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2976800" imgH="5791200" progId="Equation.DSMT4">
                  <p:embed/>
                </p:oleObj>
              </mc:Choice>
              <mc:Fallback>
                <p:oleObj name="Equation" r:id="rId2" imgW="42976800" imgH="5791200" progId="Equation.DSMT4">
                  <p:embed/>
                  <p:pic>
                    <p:nvPicPr>
                      <p:cNvPr id="3" name="对象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339975" y="2528888"/>
                        <a:ext cx="5027613" cy="6762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轨迹跟踪控制</a:t>
            </a:r>
            <a:endParaRPr lang="zh-CN" altLang="en-US" dirty="0"/>
          </a:p>
        </p:txBody>
      </p:sp>
      <p:sp>
        <p:nvSpPr>
          <p:cNvPr id="17" name="内容占位符 16"/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/>
              <a:t>3</a:t>
            </a:r>
            <a:r>
              <a:rPr lang="zh-CN" altLang="en-US" sz="2400" b="1" dirty="0"/>
              <a:t>、控制器设计详解</a:t>
            </a:r>
            <a:endParaRPr lang="en-US" altLang="zh-CN" sz="2400" b="1" dirty="0"/>
          </a:p>
          <a:p>
            <a:pPr marL="0" indent="0">
              <a:buNone/>
            </a:pPr>
            <a:r>
              <a:rPr lang="zh-CN" altLang="en-US" sz="2400" b="1" dirty="0"/>
              <a:t>（</a:t>
            </a:r>
            <a:r>
              <a:rPr lang="en-US" altLang="zh-CN" sz="2400" b="1" dirty="0"/>
              <a:t>3</a:t>
            </a:r>
            <a:r>
              <a:rPr lang="zh-CN" altLang="en-US" sz="2400" b="1" dirty="0"/>
              <a:t>）滑模鲁棒项</a:t>
            </a:r>
            <a:endParaRPr lang="en-US" altLang="zh-CN" sz="2400" b="1" dirty="0"/>
          </a:p>
          <a:p>
            <a:pPr marL="0" indent="0">
              <a:buNone/>
            </a:pP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作用：滑模控制对系统内部参数摄动具有完全不变性，从而保证在模型不准的情况下依然能精准跟踪。</a:t>
            </a:r>
          </a:p>
        </p:txBody>
      </p:sp>
      <p:graphicFrame>
        <p:nvGraphicFramePr>
          <p:cNvPr id="3" name="对象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1392116"/>
              </p:ext>
            </p:extLst>
          </p:nvPr>
        </p:nvGraphicFramePr>
        <p:xfrm>
          <a:off x="3178175" y="2511425"/>
          <a:ext cx="3351213" cy="711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8651200" imgH="6096000" progId="Equation.DSMT4">
                  <p:embed/>
                </p:oleObj>
              </mc:Choice>
              <mc:Fallback>
                <p:oleObj name="Equation" r:id="rId2" imgW="28651200" imgH="6096000" progId="Equation.DSMT4">
                  <p:embed/>
                  <p:pic>
                    <p:nvPicPr>
                      <p:cNvPr id="3" name="对象 2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8175" y="2511425"/>
                        <a:ext cx="3351213" cy="711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3924790" y="3133328"/>
            <a:ext cx="2056973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4098"/>
                </a:solidFill>
                <a:effectLst/>
                <a:uLnTx/>
                <a:uFillTx/>
                <a:latin typeface="Arial"/>
                <a:ea typeface="微软雅黑"/>
                <a:cs typeface="+mn-cs"/>
              </a:rPr>
              <a:t>鲁棒增益    饱和函数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srgbClr val="004098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SJTU-学术">
      <a:dk1>
        <a:srgbClr val="000000"/>
      </a:dk1>
      <a:lt1>
        <a:srgbClr val="FFFFFF"/>
      </a:lt1>
      <a:dk2>
        <a:srgbClr val="003264"/>
      </a:dk2>
      <a:lt2>
        <a:srgbClr val="D9D9D9"/>
      </a:lt2>
      <a:accent1>
        <a:srgbClr val="004098"/>
      </a:accent1>
      <a:accent2>
        <a:srgbClr val="2B75CF"/>
      </a:accent2>
      <a:accent3>
        <a:srgbClr val="BD9F68"/>
      </a:accent3>
      <a:accent4>
        <a:srgbClr val="C55A11"/>
      </a:accent4>
      <a:accent5>
        <a:srgbClr val="FFC000"/>
      </a:accent5>
      <a:accent6>
        <a:srgbClr val="A6A6A6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277</Words>
  <Application>Microsoft Office PowerPoint</Application>
  <PresentationFormat>宽屏</PresentationFormat>
  <Paragraphs>46</Paragraphs>
  <Slides>6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quote-cjk-patch</vt:lpstr>
      <vt:lpstr>微软雅黑</vt:lpstr>
      <vt:lpstr>Arial</vt:lpstr>
      <vt:lpstr>Arial Black</vt:lpstr>
      <vt:lpstr>Cambria Math</vt:lpstr>
      <vt:lpstr>1_Office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顾璇 张</dc:creator>
  <cp:lastModifiedBy>顾璇 张</cp:lastModifiedBy>
  <cp:revision>3</cp:revision>
  <dcterms:created xsi:type="dcterms:W3CDTF">2026-06-14T08:58:51Z</dcterms:created>
  <dcterms:modified xsi:type="dcterms:W3CDTF">2026-06-14T09:31:35Z</dcterms:modified>
</cp:coreProperties>
</file>